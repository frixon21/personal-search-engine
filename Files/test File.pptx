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
<Relationships xmlns='http://schemas.openxmlformats.org/package/2006/relationships'>
  <Relationship Id='rId1' Type='http://schemas.openxmlformats.org/officeDocument/2006/relationships/officeDocument' Target='ppt/presentation.xml'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'1.0' encoding='UTF-8'?>
<Relationships xmlns='http://schemas.openxmlformats.org/package/2006/relationships'>
  <Relationship Id='rId1' Type='http://schemas.openxmlformats.org/officeDocument/2006/relationships/slide' Target='slides/slide1.xml'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Pptx test file</a:t>
            </a:r>
          </a:p>
        </p:txBody>
      </p:sp>
    </p:spTree>
  </p:cSld>
</p:sld>
</file>