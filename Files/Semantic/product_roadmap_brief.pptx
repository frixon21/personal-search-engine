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9AE9-A2C6-381C-ECA0-D4B269D0F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D916A-8759-F93B-AB79-205D29C56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254D-383E-5D1E-667E-8A5F53CC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0EB89-0723-51AD-B42D-05BE701C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7BA4-B342-F742-52DE-29F00684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4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FB58-EDC6-AF6F-082A-C46EB2E9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B2FF8-BB16-0736-6ACE-B7731CE8E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9DFEC-7829-2C3D-D038-E0BFCEF9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DAAC-3B7C-C57C-0781-D66B9211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9737-F805-463F-3BC0-E47BAA78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0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D75-4589-FB94-866A-804BBF54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1AC35-E332-DD18-27CD-944DA9BC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4B006-9F12-E42E-8576-99E273EC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DE469-6A8F-E8C1-2224-AA39DD7C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DF6DA-9619-5FEB-F5E6-6E730547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2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A467-723A-E344-1928-17DBBB27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A9E23-BA89-A60C-A9AA-08ED1AF76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5517-A413-5F15-0052-E014747D9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29DE3-944B-A00C-56FF-029AFA17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8CA6-3F3E-13AD-821F-9442E583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5B8CA-87D0-744A-3F73-87355B42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1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AED2-4702-2F0E-2A40-B1292010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496EC-F9F5-495F-57D9-074F4B44E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3C219-86D4-A8C0-C2E4-CBE969AEF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F6663-F085-C849-55D4-6625F3DBA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443BB-4209-086A-7832-E3CA8F433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0BD60-898A-A415-FDDB-2609B651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6F1C4-5759-11DC-8C21-5C92B3B4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7E293-65F0-149E-584E-B81FA73F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1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748-A916-01A8-C114-9E4A3ACB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198ED-D169-E276-EC69-AF1CFFCF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A6D32-41B6-5C64-F4D8-7AFB8FCF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2EE7F-EA8A-A2DC-B199-80433AE9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62C43-B1BB-AC86-B968-51D159E3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859E3-DE58-4601-4DB6-A958C4A3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0EFAC-EAE0-A704-78A9-4BAEBBB5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FAC8-05BD-E6C2-06F3-0BC61B64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171B-270C-F9B6-91E9-958E0CBF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5C353-E462-7E92-00DE-ECDB387C1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4EA65-B605-D188-3A18-C0A65DA0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5C7F4-C0B9-0831-0998-23B44633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ED849-8B0D-CF1C-A44B-601698CB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0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AD7D-F626-14FD-911F-1B0EC267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9D343-BF7F-1401-6F7A-583A66284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27771-E94B-0CC5-71C4-2B8997FF4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24761-70DD-33D2-E817-CC5BCC1E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B46A1-C304-21B4-C948-7BF2953E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3A2CF-28CF-A12D-4056-3EE8251F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8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EC50-64AE-F9D2-24E1-A18FEB6D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96ADA-4267-1285-BE93-21F9A8155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3B19-2701-F9B5-5E83-9A1ABFC5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E9D2-6614-707B-AA26-C09DC615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5EF66-6DC6-84B8-1579-72B0FB53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6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5350D-5260-1FB6-D318-650323698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878EE-2CFF-90F7-B28F-96AEDA9B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034C-4BE4-12A6-F636-4A98329B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CFB87-FDEB-FA31-0C79-6D63BB10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3CAD-8FFE-8377-6BBA-92737D6CA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CCA89-04AC-7B1C-4147-368F5CF6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3227E-9993-39DC-E8E6-BA9D6662D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F5DF1-B37A-1048-7B81-719B1BED8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0316B-37B1-4D2B-8747-3DE93CD4C394}" type="datetimeFigureOut">
              <a:rPr lang="en-US" smtClean="0"/>
              <a:t>10/03/26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0771-DCEB-5B46-26F9-38607B1F1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6C72F-4BFE-ADA8-6006-A6A352D06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8B006-A4BA-46BF-88B7-5C1628750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6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D70B61-3C9B-4917-EAAB-79DA577BEA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Upcoming milestones for the project:</a:t>
            </a:r>
            <a:br>
              <a:rPr lang="en-US" dirty="0"/>
            </a:br>
            <a:r>
              <a:rPr lang="en-US" dirty="0"/>
              <a:t>- complete the web interface</a:t>
            </a:r>
            <a:br>
              <a:rPr lang="en-US" dirty="0"/>
            </a:br>
            <a:r>
              <a:rPr lang="en-US" dirty="0"/>
              <a:t>- improve testing and evaluation</a:t>
            </a:r>
            <a:br>
              <a:rPr lang="en-US" dirty="0"/>
            </a:br>
            <a:r>
              <a:rPr lang="en-US" dirty="0"/>
              <a:t>- finalize the demonstration workflow</a:t>
            </a:r>
            <a:br>
              <a:rPr lang="en-US" dirty="0"/>
            </a:br>
            <a:r>
              <a:rPr lang="en-US" dirty="0"/>
              <a:t>- prepare the final report and user guide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presentation outlines the future plan for the next development phase</a:t>
            </a:r>
          </a:p>
        </p:txBody>
      </p:sp>
    </p:spTree>
    <p:extLst>
      <p:ext uri="{BB962C8B-B14F-4D97-AF65-F5344CB8AC3E}">
        <p14:creationId xmlns:p14="http://schemas.microsoft.com/office/powerpoint/2010/main" val="1195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Pinto</dc:creator>
  <cp:lastModifiedBy>Alex Pinto</cp:lastModifiedBy>
  <cp:revision>2</cp:revision>
  <dcterms:created xsi:type="dcterms:W3CDTF">2026-03-11T06:44:39Z</dcterms:created>
  <dcterms:modified xsi:type="dcterms:W3CDTF">2026-03-11T06:44:59Z</dcterms:modified>
</cp:coreProperties>
</file>